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Weekly Stakeholder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Demo Project</a:t>
            </a:r>
          </a:p>
          <a:p>
            <a:pPr>
              <a:defRPr sz="1200"/>
            </a:pPr>
            <a:r>
              <a:t>Week of 2026-09-16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28016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Overall Status</a:t>
            </a:r>
          </a:p>
          <a:p>
            <a:pPr>
              <a:defRPr sz="2400" b="1">
                <a:solidFill>
                  <a:srgbClr val="1F7A4C"/>
                </a:solidFill>
              </a:defRPr>
            </a:pPr>
            <a:r>
              <a:t>On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This Week's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Total tracked items: 12</a:t>
            </a:r>
          </a:p>
          <a:p>
            <a:pPr>
              <a:spcAft>
                <a:spcPts val="1000"/>
              </a:spcAft>
              <a:defRPr sz="1800"/>
            </a:pPr>
            <a:r>
              <a:t>Completed: 3</a:t>
            </a:r>
          </a:p>
          <a:p>
            <a:pPr>
              <a:spcAft>
                <a:spcPts val="1000"/>
              </a:spcAft>
              <a:defRPr sz="1800"/>
            </a:pPr>
            <a:r>
              <a:t>In progress: 6</a:t>
            </a:r>
          </a:p>
          <a:p>
            <a:pPr>
              <a:spcAft>
                <a:spcPts val="1000"/>
              </a:spcAft>
              <a:defRPr sz="1800"/>
            </a:pPr>
            <a:r>
              <a:t>Blocked: 1</a:t>
            </a:r>
          </a:p>
          <a:p>
            <a:pPr>
              <a:spcAft>
                <a:spcPts val="1000"/>
              </a:spcAft>
              <a:defRPr sz="1800"/>
            </a:pPr>
            <a:r>
              <a:t>New items: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1148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Key Highlights</a:t>
            </a:r>
          </a:p>
          <a:p>
            <a:pPr>
              <a:defRPr sz="1400"/>
            </a:pPr>
            <a:r>
              <a:t>• Delivery is progressing on plan</a:t>
            </a:r>
          </a:p>
          <a:p>
            <a:pPr>
              <a:defRPr sz="1400"/>
            </a:pPr>
            <a:r>
              <a:t>• No major schedule slips reported</a:t>
            </a:r>
          </a:p>
          <a:p>
            <a:pPr>
              <a:defRPr sz="1400"/>
            </a:pPr>
            <a:r>
              <a:t>• Follow-up needed on 1 blocked item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Delivery Status vs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046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Planned work is tracking within expected scope.</a:t>
            </a:r>
          </a:p>
          <a:p>
            <a:pPr>
              <a:spcAft>
                <a:spcPts val="1000"/>
              </a:spcAft>
              <a:defRPr sz="1800"/>
            </a:pPr>
            <a:r>
              <a:t>Priority items are progressing with regular updates.</a:t>
            </a:r>
          </a:p>
          <a:p>
            <a:pPr>
              <a:spcAft>
                <a:spcPts val="1000"/>
              </a:spcAft>
              <a:defRPr sz="1800"/>
            </a:pPr>
            <a:r>
              <a:t>A small number of work items require additional support or decision-making.</a:t>
            </a:r>
          </a:p>
          <a:p>
            <a:pPr>
              <a:spcAft>
                <a:spcPts val="1000"/>
              </a:spcAft>
              <a:defRPr sz="1800"/>
            </a:pPr>
            <a:r>
              <a:t>Current risk remains manageable and below threshold for escalation.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Risks and Blockers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103: Stakeholder readiness checklist (Blocked)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Next Week and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Continue execution on active work items with priority focus.</a:t>
            </a:r>
          </a:p>
          <a:p>
            <a:pPr>
              <a:spcAft>
                <a:spcPts val="1000"/>
              </a:spcAft>
              <a:defRPr sz="1800"/>
            </a:pPr>
            <a:r>
              <a:t>Resolve the blocked item and confirm ownership before next review.</a:t>
            </a:r>
          </a:p>
          <a:p>
            <a:pPr>
              <a:spcAft>
                <a:spcPts val="1000"/>
              </a:spcAft>
              <a:defRPr sz="1800"/>
            </a:pPr>
            <a:r>
              <a:t>Coordinate decision-making for any pending dependencies.</a:t>
            </a:r>
          </a:p>
          <a:p>
            <a:pPr>
              <a:spcAft>
                <a:spcPts val="1000"/>
              </a:spcAft>
              <a:defRPr sz="1800"/>
            </a:pPr>
            <a:r>
              <a:t>Share final milestone readiness with leadership by end of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